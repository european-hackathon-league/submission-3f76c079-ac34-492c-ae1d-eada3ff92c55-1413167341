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CTO_Title_Slide_Static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CTO_Learning_Loo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